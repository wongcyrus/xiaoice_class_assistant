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t>歡迎各位來到物理學一百零一。今天我們將會討論運動的基本定律。具體來說，我們將會探討牛頓三大運動定律，以及它們如何支配我們周圍的世界。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t>首先，我哋定義「力」。</a:t>
            </a:r>
            <a:br/>
            <a:r>
              <a:t>「力」簡單嚟講就係一個物體同另一個物體互動時，對佢產生嘅推或拉。</a:t>
            </a:r>
            <a:br/>
            <a:r>
              <a:t>每當兩個物體之間有互動嘅時候，每個物體都會受到一個力。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t>牛頓第一定律，亦稱為慣性定律，指出靜止嘅物體會保持靜止，而運動中嘅物體會保持運動，並以相同嘅速度同方向，除非受到不平衡力嘅作用。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t>牛頓第二定律提供咗計算力嘅方法。佢指出力等於質量乘以加速度。即係 F 等於 m a。呢個意思係，一件物件越重，就需要越大嘅力去移動佢。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t>最後，牛頓第三定律：每個作用力都有一個大小相等、方向相反的反作用力。這意味著在每次相互作用中，都有一對力作用在兩個相互作用的物體上。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algn="l"/>
            <a:r>
              <a:t>我哋嘅簡短介紹就到此為止。請溫習你哋課本嘅第一章，為下星期嘅實驗課做準備。多謝各位聆聽！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